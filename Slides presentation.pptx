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615e442543bd25d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615e442543bd25d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615e442543bd25d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615e442543bd25d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615e442543bd25d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615e442543bd25d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615e442543bd25d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615e442543bd25d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lide1.png"/>
          <p:cNvPicPr preferRelativeResize="0"/>
          <p:nvPr/>
        </p:nvPicPr>
        <p:blipFill rotWithShape="1">
          <a:blip r:embed="rId3">
            <a:alphaModFix/>
          </a:blip>
          <a:srcRect b="12231" l="3412" r="26678" t="18277"/>
          <a:stretch/>
        </p:blipFill>
        <p:spPr>
          <a:xfrm>
            <a:off x="0" y="15315"/>
            <a:ext cx="9144000" cy="5112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lide2.png"/>
          <p:cNvPicPr preferRelativeResize="0"/>
          <p:nvPr/>
        </p:nvPicPr>
        <p:blipFill rotWithShape="1">
          <a:blip r:embed="rId3">
            <a:alphaModFix/>
          </a:blip>
          <a:srcRect b="12596" l="3407" r="26785" t="18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3.png"/>
          <p:cNvPicPr preferRelativeResize="0"/>
          <p:nvPr/>
        </p:nvPicPr>
        <p:blipFill rotWithShape="1">
          <a:blip r:embed="rId3">
            <a:alphaModFix/>
          </a:blip>
          <a:srcRect b="12772" l="3412" r="26678" t="1863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4.png"/>
          <p:cNvPicPr preferRelativeResize="0"/>
          <p:nvPr/>
        </p:nvPicPr>
        <p:blipFill rotWithShape="1">
          <a:blip r:embed="rId3">
            <a:alphaModFix/>
          </a:blip>
          <a:srcRect b="12600" l="2643" r="26880" t="1880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5.png"/>
          <p:cNvPicPr preferRelativeResize="0"/>
          <p:nvPr/>
        </p:nvPicPr>
        <p:blipFill rotWithShape="1">
          <a:blip r:embed="rId3">
            <a:alphaModFix/>
          </a:blip>
          <a:srcRect b="13134" l="2854" r="26679" t="1845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